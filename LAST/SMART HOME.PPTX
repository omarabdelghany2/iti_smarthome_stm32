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9388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83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5838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0570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6343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4979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6659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0121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9829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2610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2237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2968E-E6DE-45C7-977A-F4436D60F239}" type="datetimeFigureOut">
              <a:rPr lang="ar-EG" smtClean="0"/>
              <a:t>29/02/1445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9C6B7-83D3-4A56-8918-1AA93A9FFE1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1187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EG" dirty="0"/>
              <a:t> </a:t>
            </a:r>
            <a:r>
              <a:rPr lang="en-US" dirty="0"/>
              <a:t> SMART SECURE HOME</a:t>
            </a:r>
            <a:endParaRPr lang="ar-E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ITI ADVANCED GRAD PROJ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692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General Idea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>
                <a:cs typeface="+mj-cs"/>
              </a:rPr>
              <a:t>Smart home with a log in system able to control different  parts of </a:t>
            </a:r>
            <a:r>
              <a:rPr lang="en-US" sz="2000">
                <a:cs typeface="+mj-cs"/>
              </a:rPr>
              <a:t>the house </a:t>
            </a:r>
            <a:r>
              <a:rPr lang="en-US" sz="2000" dirty="0">
                <a:cs typeface="+mj-cs"/>
              </a:rPr>
              <a:t>using 2 stm32f401cc.</a:t>
            </a:r>
          </a:p>
          <a:p>
            <a:pPr algn="l"/>
            <a:r>
              <a:rPr lang="en-US" sz="2000" dirty="0">
                <a:cs typeface="+mj-cs"/>
              </a:rPr>
              <a:t>The project is done using layered architecture and simulated on Proteus.</a:t>
            </a:r>
          </a:p>
          <a:p>
            <a:pPr algn="l"/>
            <a:r>
              <a:rPr lang="en-US" sz="2000" dirty="0">
                <a:cs typeface="+mj-cs"/>
              </a:rPr>
              <a:t> </a:t>
            </a:r>
            <a:endParaRPr lang="ar-EG" sz="2000" dirty="0"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08920"/>
            <a:ext cx="4875192" cy="34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7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Application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The Application code is split on 3 parts that will be discussed in detail.</a:t>
            </a:r>
          </a:p>
          <a:p>
            <a:pPr algn="l"/>
            <a:r>
              <a:rPr lang="en-US" sz="2000" dirty="0"/>
              <a:t>The first MCU has 2 application codes the first is used as a log in system to </a:t>
            </a:r>
            <a:r>
              <a:rPr lang="ar-EG" sz="2000" dirty="0"/>
              <a:t>   </a:t>
            </a:r>
            <a:r>
              <a:rPr lang="en-US" sz="2000" dirty="0"/>
              <a:t>make the house secure and the second to send commands via UART to the second MCU which is responsible with controlling house hardware.</a:t>
            </a:r>
          </a:p>
          <a:p>
            <a:pPr algn="l"/>
            <a:endParaRPr lang="en-US" sz="2000" dirty="0"/>
          </a:p>
          <a:p>
            <a:pPr marL="0" indent="0" algn="l">
              <a:buNone/>
            </a:pPr>
            <a:r>
              <a:rPr lang="en-US" sz="2800" dirty="0">
                <a:latin typeface="+mj-lt"/>
                <a:cs typeface="+mj-cs"/>
              </a:rPr>
              <a:t>The Log in System:</a:t>
            </a:r>
          </a:p>
          <a:p>
            <a:pPr marL="0" indent="0" algn="l">
              <a:buNone/>
            </a:pPr>
            <a:r>
              <a:rPr lang="en-US" sz="2000" dirty="0"/>
              <a:t> a 4 numbers password system that gives the user 3 trails to enter the password and if he enters it correctly the controlling system options are displayed on LCD.</a:t>
            </a:r>
          </a:p>
          <a:p>
            <a:pPr marL="0" indent="0" algn="l">
              <a:buNone/>
            </a:pPr>
            <a:r>
              <a:rPr lang="en-US" sz="2000" dirty="0"/>
              <a:t>The password is given in a prebuild configuration in </a:t>
            </a:r>
            <a:r>
              <a:rPr lang="en-US" sz="2000" dirty="0" err="1"/>
              <a:t>login_system.h</a:t>
            </a:r>
            <a:r>
              <a:rPr lang="en-US" sz="2000" dirty="0"/>
              <a:t> .</a:t>
            </a:r>
          </a:p>
          <a:p>
            <a:pPr marL="0" indent="0" algn="l">
              <a:buNone/>
            </a:pPr>
            <a:endParaRPr lang="ar-EG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157192"/>
            <a:ext cx="4692041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4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Controlling System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First MCU</a:t>
            </a:r>
          </a:p>
          <a:p>
            <a:pPr algn="l"/>
            <a:r>
              <a:rPr lang="en-US" sz="2000" dirty="0"/>
              <a:t>After successfully login to system.</a:t>
            </a:r>
          </a:p>
          <a:p>
            <a:pPr algn="l"/>
            <a:r>
              <a:rPr lang="en-US" sz="2000" dirty="0"/>
              <a:t>The options to control home are displayed on LCD up to 9 options that can be given by keypad.</a:t>
            </a:r>
          </a:p>
          <a:p>
            <a:pPr algn="l"/>
            <a:r>
              <a:rPr lang="en-US" sz="2000" dirty="0"/>
              <a:t>Option ‘0’ is used to turn the page.</a:t>
            </a:r>
          </a:p>
          <a:p>
            <a:pPr algn="l"/>
            <a:r>
              <a:rPr lang="en-US" sz="2000" dirty="0"/>
              <a:t>For each command the application sends to the second </a:t>
            </a:r>
            <a:r>
              <a:rPr lang="en-US" sz="2000" dirty="0" err="1"/>
              <a:t>mcu</a:t>
            </a:r>
            <a:r>
              <a:rPr lang="en-US" sz="2000" dirty="0"/>
              <a:t> to take appropriate action via </a:t>
            </a:r>
            <a:r>
              <a:rPr lang="en-US" sz="2000" dirty="0" err="1"/>
              <a:t>uart</a:t>
            </a:r>
            <a:r>
              <a:rPr lang="en-US" sz="2000" dirty="0"/>
              <a:t>.</a:t>
            </a:r>
            <a:endParaRPr lang="ar-EG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Second MCU</a:t>
            </a:r>
          </a:p>
          <a:p>
            <a:pPr algn="l"/>
            <a:r>
              <a:rPr lang="en-US" sz="2000" dirty="0"/>
              <a:t>Has the third application code which receives command using </a:t>
            </a:r>
            <a:r>
              <a:rPr lang="en-US" sz="2000" dirty="0" err="1"/>
              <a:t>uart</a:t>
            </a:r>
            <a:r>
              <a:rPr lang="en-US" sz="2000" dirty="0"/>
              <a:t> from first </a:t>
            </a:r>
            <a:r>
              <a:rPr lang="en-US" sz="2000" dirty="0" err="1"/>
              <a:t>mcu</a:t>
            </a:r>
            <a:r>
              <a:rPr lang="en-US" sz="2000" dirty="0"/>
              <a:t> and control the desired part of the house.</a:t>
            </a:r>
            <a:endParaRPr lang="ar-EG" sz="2000" dirty="0"/>
          </a:p>
        </p:txBody>
      </p:sp>
    </p:spTree>
    <p:extLst>
      <p:ext uri="{BB962C8B-B14F-4D97-AF65-F5344CB8AC3E}">
        <p14:creationId xmlns:p14="http://schemas.microsoft.com/office/powerpoint/2010/main" val="138977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232</Words>
  <Application>Microsoft Office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  SMART SECURE HOME</vt:lpstr>
      <vt:lpstr>General Idea</vt:lpstr>
      <vt:lpstr>Application</vt:lpstr>
      <vt:lpstr>Controlling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SMART HOME</dc:title>
  <dc:creator>Windows User</dc:creator>
  <cp:lastModifiedBy>es-OmarMohammed24</cp:lastModifiedBy>
  <cp:revision>7</cp:revision>
  <dcterms:created xsi:type="dcterms:W3CDTF">2023-09-14T09:10:48Z</dcterms:created>
  <dcterms:modified xsi:type="dcterms:W3CDTF">2023-09-14T12:28:35Z</dcterms:modified>
</cp:coreProperties>
</file>